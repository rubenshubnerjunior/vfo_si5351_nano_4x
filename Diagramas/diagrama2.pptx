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7104063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000" autoAdjust="0"/>
    <p:restoredTop sz="87739" autoAdjust="0"/>
  </p:normalViewPr>
  <p:slideViewPr>
    <p:cSldViewPr snapToGrid="0">
      <p:cViewPr>
        <p:scale>
          <a:sx n="75" d="100"/>
          <a:sy n="75" d="100"/>
        </p:scale>
        <p:origin x="-1182" y="-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8584C277-B865-4BF4-927E-0729B9152B92}" type="datetimeFigureOut">
              <a:rPr lang="pt-BR" smtClean="0"/>
              <a:pPr/>
              <a:t>24/12/2024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59BA7F67-056E-426D-A055-EE6F4F55BEF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733828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BA7F67-056E-426D-A055-EE6F4F55BEFB}" type="slidenum">
              <a:rPr lang="pt-BR" smtClean="0"/>
              <a:pPr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49612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FBD7B5D-1A31-8E2A-6788-0D622A91C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D14BAA4A-E511-63A4-9663-CD84647E4E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B14B50A7-659F-D18A-E3EA-08FC8BE2E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DB46F-F830-473B-9701-194C22094723}" type="datetimeFigureOut">
              <a:rPr lang="pt-BR" smtClean="0"/>
              <a:pPr/>
              <a:t>24/12/2024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AF501E28-9F3D-9A2A-F892-2196FADBA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BF83732F-6328-C9C7-00FA-8A5009EE8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B0FD7-E630-4241-9447-F9BE32CA663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3306190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12A5892-F254-9F72-6479-6F5390A7D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70819183-0FB4-B9C0-90CD-23B76024E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15FD0E21-C9CB-1CB5-EDB6-C492925A3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DB46F-F830-473B-9701-194C22094723}" type="datetimeFigureOut">
              <a:rPr lang="pt-BR" smtClean="0"/>
              <a:pPr/>
              <a:t>24/12/2024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08EDC0B4-D4C1-83C4-AFE9-C036A355B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BCC18D1C-E7EC-4B8F-CAF2-C91C3CB14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B0FD7-E630-4241-9447-F9BE32CA663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4125385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4A9C659-2AB9-5D51-1588-FD7F82AB5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E25B6C6C-A7AE-A925-2AF4-41DB2D7D7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03722599-B41B-0B09-D625-F7FD538E2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DB46F-F830-473B-9701-194C22094723}" type="datetimeFigureOut">
              <a:rPr lang="pt-BR" smtClean="0"/>
              <a:pPr/>
              <a:t>24/12/2024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625723C8-31AA-1E12-696A-6D53CE6F3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6ECD1FC4-C714-5359-F27E-EC7C9628E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B0FD7-E630-4241-9447-F9BE32CA663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788531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613735C-00C0-21B7-5CEB-82FAAB222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5C15BF11-2FBE-DC96-5A40-EE9DF04B24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C72EE9F7-AE7E-FCC0-489B-471F4F9C0A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AA6E80F6-28CC-059A-CE6D-4B5D03B8C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DB46F-F830-473B-9701-194C22094723}" type="datetimeFigureOut">
              <a:rPr lang="pt-BR" smtClean="0"/>
              <a:pPr/>
              <a:t>24/12/2024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F5414BE6-6AE2-305E-012A-857A7B84D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B46F6659-8128-77C6-2C72-BEBB52570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B0FD7-E630-4241-9447-F9BE32CA663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4284516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612DA4F-079F-A8A1-20F2-31983DB53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B8F4E01B-9658-F701-6527-B33B2D967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AC025872-62B5-128F-7AB8-DFB4717B15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xmlns="" id="{D533D800-9086-80CC-DD7E-723A30FF27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xmlns="" id="{3016CC00-624E-F690-8422-309AFDB99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xmlns="" id="{FBE7A5ED-3CE1-3796-02BA-6C4966474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DB46F-F830-473B-9701-194C22094723}" type="datetimeFigureOut">
              <a:rPr lang="pt-BR" smtClean="0"/>
              <a:pPr/>
              <a:t>24/12/2024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xmlns="" id="{F50868D7-BFB9-3448-86C3-39352E81B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xmlns="" id="{7E19B0E5-E9C1-76D9-9287-43771D209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B0FD7-E630-4241-9447-F9BE32CA663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925962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4670FEC-2708-9003-B309-660E51308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xmlns="" id="{DB77D1E2-2D0B-D51B-494F-1F50BAF53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DB46F-F830-473B-9701-194C22094723}" type="datetimeFigureOut">
              <a:rPr lang="pt-BR" smtClean="0"/>
              <a:pPr/>
              <a:t>24/12/2024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F183C28A-D37D-8233-67BD-61661C4BC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8AAD4D31-EB5F-9A8A-0F00-E2EB9E056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B0FD7-E630-4241-9447-F9BE32CA663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878959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xmlns="" id="{4E6002C2-D115-B1B8-0405-572044E7E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DB46F-F830-473B-9701-194C22094723}" type="datetimeFigureOut">
              <a:rPr lang="pt-BR" smtClean="0"/>
              <a:pPr/>
              <a:t>24/12/2024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xmlns="" id="{C03CC9A0-BFAA-1921-7883-FBBFBED9F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xmlns="" id="{182BDB6B-26E2-6B24-567A-09A3C5C05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B0FD7-E630-4241-9447-F9BE32CA663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692293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00FED91-2F70-32E0-C01D-7E8D60FB6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B57DF5A5-E2D1-E53C-6470-0B3A5E807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5921D17A-1508-E60C-1F79-C689CAA046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EA8C5C6E-A82D-FC07-95D9-AC5ED4D31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DB46F-F830-473B-9701-194C22094723}" type="datetimeFigureOut">
              <a:rPr lang="pt-BR" smtClean="0"/>
              <a:pPr/>
              <a:t>24/12/2024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45C544C6-60EB-E2D0-DB19-179777E8B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A7ECD2E1-91AC-59E5-F3A8-788576D43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B0FD7-E630-4241-9447-F9BE32CA663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912975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D5F082C-B754-F22F-6061-ECAFE5F8D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xmlns="" id="{F5FE1425-01D0-3C87-C163-000C19D1DC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9209414B-6464-EF90-8B30-BDEA7306C2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4D6A3B19-02F1-82C9-2767-FCC0C4442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DB46F-F830-473B-9701-194C22094723}" type="datetimeFigureOut">
              <a:rPr lang="pt-BR" smtClean="0"/>
              <a:pPr/>
              <a:t>24/12/2024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32BFA6DD-7795-D94F-F31F-2B0C46FD1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6E981D2B-31A7-F08B-6248-7EBC69558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B0FD7-E630-4241-9447-F9BE32CA663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782259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AAFA4BB-50D5-17EA-0D13-3420891A9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FD718ADC-AE0E-1796-333B-C37290F49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AEE5EE24-5C05-2CC9-E55C-CE14C2276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DB46F-F830-473B-9701-194C22094723}" type="datetimeFigureOut">
              <a:rPr lang="pt-BR" smtClean="0"/>
              <a:pPr/>
              <a:t>24/12/2024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32D77E9C-D254-4B28-6E67-CD6379A63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8761390F-44E0-E956-38CB-9A14817E6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B0FD7-E630-4241-9447-F9BE32CA663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463119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xmlns="" id="{267AB665-DC1E-3C1C-C488-5F2DA86052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FDF39F5B-E813-3389-EF7F-EB0C781952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056D968F-9955-C90C-C7A6-712EF4BDA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DB46F-F830-473B-9701-194C22094723}" type="datetimeFigureOut">
              <a:rPr lang="pt-BR" smtClean="0"/>
              <a:pPr/>
              <a:t>24/12/2024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7BB6DB61-5BA2-6E49-9669-3AFE56D96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0C1DE8DB-8BCE-E7AD-072A-CD66F467A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B0FD7-E630-4241-9447-F9BE32CA663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288897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xmlns="" id="{C7359DB0-6CF7-BFF9-82EB-A17225682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50991311-77A7-46BB-4BE9-A0EAF2CE7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0351B115-D935-44F7-C9EC-DACAF930B3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FDB46F-F830-473B-9701-194C22094723}" type="datetimeFigureOut">
              <a:rPr lang="pt-BR" smtClean="0"/>
              <a:pPr/>
              <a:t>24/12/2024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0A7392E3-E11B-20C1-C0A3-D8B8B11984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E3851DBB-FD1A-7A7C-B342-489B53EEBC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7B0FD7-E630-4241-9447-F9BE32CA663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719581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xmlns="" id="{AFD05444-B165-4A75-11E9-0E992CDC0406}"/>
              </a:ext>
            </a:extLst>
          </p:cNvPr>
          <p:cNvSpPr/>
          <p:nvPr/>
        </p:nvSpPr>
        <p:spPr>
          <a:xfrm>
            <a:off x="1038171" y="1843848"/>
            <a:ext cx="2161051" cy="449345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9B99B2DF-2CC4-347D-0910-8830491E91B3}"/>
              </a:ext>
            </a:extLst>
          </p:cNvPr>
          <p:cNvSpPr/>
          <p:nvPr/>
        </p:nvSpPr>
        <p:spPr>
          <a:xfrm>
            <a:off x="4097288" y="1844634"/>
            <a:ext cx="1816624" cy="181708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xmlns="" id="{FC554D95-20FE-3CCC-F407-D31669DC48A9}"/>
              </a:ext>
            </a:extLst>
          </p:cNvPr>
          <p:cNvSpPr/>
          <p:nvPr/>
        </p:nvSpPr>
        <p:spPr>
          <a:xfrm>
            <a:off x="7003202" y="1597732"/>
            <a:ext cx="2384322" cy="163707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Seta: da Esquerda para a Direita 6">
            <a:extLst>
              <a:ext uri="{FF2B5EF4-FFF2-40B4-BE49-F238E27FC236}">
                <a16:creationId xmlns:a16="http://schemas.microsoft.com/office/drawing/2014/main" xmlns="" id="{E81CC717-9BAE-6DCB-4602-6AFA59233F14}"/>
              </a:ext>
            </a:extLst>
          </p:cNvPr>
          <p:cNvSpPr/>
          <p:nvPr/>
        </p:nvSpPr>
        <p:spPr>
          <a:xfrm>
            <a:off x="2901720" y="2577786"/>
            <a:ext cx="1177235" cy="320236"/>
          </a:xfrm>
          <a:prstGeom prst="leftRightArrow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xmlns="" id="{326DA4C4-BC94-350B-3422-3FF0F2E13017}"/>
              </a:ext>
            </a:extLst>
          </p:cNvPr>
          <p:cNvSpPr txBox="1"/>
          <p:nvPr/>
        </p:nvSpPr>
        <p:spPr>
          <a:xfrm>
            <a:off x="3191512" y="1914374"/>
            <a:ext cx="8849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USB</a:t>
            </a:r>
          </a:p>
          <a:p>
            <a:r>
              <a:rPr lang="pt-BR" sz="2000" b="1" dirty="0"/>
              <a:t>Serial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xmlns="" id="{A89EFD06-C5A8-AF9C-B7D5-C46CC3DF96A6}"/>
              </a:ext>
            </a:extLst>
          </p:cNvPr>
          <p:cNvSpPr txBox="1"/>
          <p:nvPr/>
        </p:nvSpPr>
        <p:spPr>
          <a:xfrm>
            <a:off x="1383520" y="1350723"/>
            <a:ext cx="14993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err="1" smtClean="0"/>
              <a:t>Computer</a:t>
            </a:r>
            <a:endParaRPr lang="pt-BR" sz="2000" b="1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xmlns="" id="{E4B1C0A7-24FE-A972-FCBF-5DFF6B633E84}"/>
              </a:ext>
            </a:extLst>
          </p:cNvPr>
          <p:cNvSpPr txBox="1"/>
          <p:nvPr/>
        </p:nvSpPr>
        <p:spPr>
          <a:xfrm>
            <a:off x="4631089" y="1371087"/>
            <a:ext cx="1170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VFO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xmlns="" id="{E56BC292-0549-A640-2A8E-284F332BA8A4}"/>
              </a:ext>
            </a:extLst>
          </p:cNvPr>
          <p:cNvSpPr/>
          <p:nvPr/>
        </p:nvSpPr>
        <p:spPr>
          <a:xfrm>
            <a:off x="5606239" y="2297035"/>
            <a:ext cx="235974" cy="22122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xmlns="" id="{9328618F-F992-DC0E-780E-324636798C34}"/>
              </a:ext>
            </a:extLst>
          </p:cNvPr>
          <p:cNvSpPr/>
          <p:nvPr/>
        </p:nvSpPr>
        <p:spPr>
          <a:xfrm>
            <a:off x="5618114" y="2836008"/>
            <a:ext cx="235974" cy="22122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xmlns="" id="{DB48A5FC-58F4-3918-B31E-CB346F457BBE}"/>
              </a:ext>
            </a:extLst>
          </p:cNvPr>
          <p:cNvSpPr/>
          <p:nvPr/>
        </p:nvSpPr>
        <p:spPr>
          <a:xfrm>
            <a:off x="7103166" y="2300123"/>
            <a:ext cx="235974" cy="22122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xmlns="" id="{94758299-F83C-41BE-544D-0388881D9FE9}"/>
              </a:ext>
            </a:extLst>
          </p:cNvPr>
          <p:cNvSpPr/>
          <p:nvPr/>
        </p:nvSpPr>
        <p:spPr>
          <a:xfrm>
            <a:off x="7118322" y="2810787"/>
            <a:ext cx="235974" cy="22122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xmlns="" id="{3F6A92D2-C739-D4F7-8A9D-7C6FAECA572B}"/>
              </a:ext>
            </a:extLst>
          </p:cNvPr>
          <p:cNvSpPr/>
          <p:nvPr/>
        </p:nvSpPr>
        <p:spPr>
          <a:xfrm>
            <a:off x="7090466" y="1806257"/>
            <a:ext cx="235974" cy="22122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xmlns="" id="{1F5E03BA-F7D4-DDCF-37E8-E3563F767D14}"/>
              </a:ext>
            </a:extLst>
          </p:cNvPr>
          <p:cNvSpPr txBox="1"/>
          <p:nvPr/>
        </p:nvSpPr>
        <p:spPr>
          <a:xfrm>
            <a:off x="7744922" y="1153208"/>
            <a:ext cx="14748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smtClean="0"/>
              <a:t>QSD</a:t>
            </a:r>
            <a:endParaRPr lang="pt-BR" sz="2000" b="1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xmlns="" id="{C52FAFB3-AADD-D94F-BE01-17BE82079EAA}"/>
              </a:ext>
            </a:extLst>
          </p:cNvPr>
          <p:cNvSpPr txBox="1"/>
          <p:nvPr/>
        </p:nvSpPr>
        <p:spPr>
          <a:xfrm>
            <a:off x="1270981" y="2251410"/>
            <a:ext cx="147104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HDSDR</a:t>
            </a:r>
          </a:p>
          <a:p>
            <a:r>
              <a:rPr lang="pt-BR" sz="2000" b="1" dirty="0"/>
              <a:t>    </a:t>
            </a:r>
            <a:r>
              <a:rPr lang="pt-BR" sz="2000" b="1" dirty="0" smtClean="0"/>
              <a:t> +</a:t>
            </a:r>
          </a:p>
          <a:p>
            <a:r>
              <a:rPr lang="pt-BR" sz="2000" b="1" dirty="0" err="1" smtClean="0"/>
              <a:t>Omni-Rig</a:t>
            </a:r>
            <a:endParaRPr lang="pt-BR" sz="2000" b="1" dirty="0"/>
          </a:p>
          <a:p>
            <a:r>
              <a:rPr lang="pt-BR" sz="2000" b="1" dirty="0"/>
              <a:t>      </a:t>
            </a:r>
            <a:r>
              <a:rPr lang="pt-BR" sz="2000" b="1" dirty="0" err="1" smtClean="0"/>
              <a:t>or</a:t>
            </a:r>
            <a:endParaRPr lang="pt-BR" sz="2000" b="1" dirty="0"/>
          </a:p>
          <a:p>
            <a:r>
              <a:rPr lang="pt-BR" sz="2000" b="1" dirty="0"/>
              <a:t>    DLL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xmlns="" id="{342AD33B-5506-D380-AC01-792F4E7B5E81}"/>
              </a:ext>
            </a:extLst>
          </p:cNvPr>
          <p:cNvSpPr txBox="1"/>
          <p:nvPr/>
        </p:nvSpPr>
        <p:spPr>
          <a:xfrm>
            <a:off x="5142944" y="2214293"/>
            <a:ext cx="4395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0º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xmlns="" id="{ABB31AC0-1AA9-0D1F-621F-32C569023A82}"/>
              </a:ext>
            </a:extLst>
          </p:cNvPr>
          <p:cNvSpPr txBox="1"/>
          <p:nvPr/>
        </p:nvSpPr>
        <p:spPr>
          <a:xfrm>
            <a:off x="5097133" y="2720895"/>
            <a:ext cx="5757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90º</a:t>
            </a:r>
          </a:p>
        </p:txBody>
      </p:sp>
      <p:sp>
        <p:nvSpPr>
          <p:cNvPr id="20" name="Seta: para a Direita 19">
            <a:extLst>
              <a:ext uri="{FF2B5EF4-FFF2-40B4-BE49-F238E27FC236}">
                <a16:creationId xmlns:a16="http://schemas.microsoft.com/office/drawing/2014/main" xmlns="" id="{A6C8175D-DA74-98A7-2FF7-2AADD28711FE}"/>
              </a:ext>
            </a:extLst>
          </p:cNvPr>
          <p:cNvSpPr/>
          <p:nvPr/>
        </p:nvSpPr>
        <p:spPr>
          <a:xfrm>
            <a:off x="6426200" y="2215008"/>
            <a:ext cx="541016" cy="401192"/>
          </a:xfrm>
          <a:prstGeom prst="rightArrow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Seta: para a Direita 20">
            <a:extLst>
              <a:ext uri="{FF2B5EF4-FFF2-40B4-BE49-F238E27FC236}">
                <a16:creationId xmlns:a16="http://schemas.microsoft.com/office/drawing/2014/main" xmlns="" id="{ACEFE10B-F9A6-370E-3AA8-81ED9EA0FE65}"/>
              </a:ext>
            </a:extLst>
          </p:cNvPr>
          <p:cNvSpPr/>
          <p:nvPr/>
        </p:nvSpPr>
        <p:spPr>
          <a:xfrm>
            <a:off x="6375400" y="2714561"/>
            <a:ext cx="622300" cy="409639"/>
          </a:xfrm>
          <a:prstGeom prst="rightArrow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xmlns="" id="{607014D1-3D91-BD30-B3AE-D099C95002AE}"/>
              </a:ext>
            </a:extLst>
          </p:cNvPr>
          <p:cNvSpPr txBox="1"/>
          <p:nvPr/>
        </p:nvSpPr>
        <p:spPr>
          <a:xfrm>
            <a:off x="10375899" y="747388"/>
            <a:ext cx="15969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 err="1" smtClean="0"/>
              <a:t>External</a:t>
            </a:r>
            <a:endParaRPr lang="pt-BR" sz="2000" b="1" dirty="0" smtClean="0"/>
          </a:p>
          <a:p>
            <a:r>
              <a:rPr lang="pt-BR" sz="2000" b="1" dirty="0" err="1" smtClean="0"/>
              <a:t>Sound</a:t>
            </a:r>
            <a:r>
              <a:rPr lang="pt-BR" sz="2000" b="1" dirty="0" smtClean="0"/>
              <a:t> </a:t>
            </a:r>
            <a:r>
              <a:rPr lang="pt-BR" sz="2000" b="1" dirty="0" err="1" smtClean="0"/>
              <a:t>card</a:t>
            </a:r>
            <a:endParaRPr lang="pt-BR" sz="2000" b="1" dirty="0"/>
          </a:p>
        </p:txBody>
      </p:sp>
      <p:sp>
        <p:nvSpPr>
          <p:cNvPr id="24" name="Seta: da Esquerda para a Direita 23">
            <a:extLst>
              <a:ext uri="{FF2B5EF4-FFF2-40B4-BE49-F238E27FC236}">
                <a16:creationId xmlns:a16="http://schemas.microsoft.com/office/drawing/2014/main" xmlns="" id="{D623AB96-0004-9789-2392-077F923A52D5}"/>
              </a:ext>
            </a:extLst>
          </p:cNvPr>
          <p:cNvSpPr/>
          <p:nvPr/>
        </p:nvSpPr>
        <p:spPr>
          <a:xfrm>
            <a:off x="2901720" y="5690857"/>
            <a:ext cx="7448780" cy="346862"/>
          </a:xfrm>
          <a:prstGeom prst="leftRightArrow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xmlns="" id="{D5AF4867-FAB2-B8D2-F591-F5C3016709F0}"/>
              </a:ext>
            </a:extLst>
          </p:cNvPr>
          <p:cNvSpPr txBox="1"/>
          <p:nvPr/>
        </p:nvSpPr>
        <p:spPr>
          <a:xfrm>
            <a:off x="5722764" y="5950006"/>
            <a:ext cx="14029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USB Áudio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xmlns="" id="{0FCBA766-4A3C-29E6-977C-8162A3074AAD}"/>
              </a:ext>
            </a:extLst>
          </p:cNvPr>
          <p:cNvSpPr/>
          <p:nvPr/>
        </p:nvSpPr>
        <p:spPr>
          <a:xfrm>
            <a:off x="10481634" y="1791510"/>
            <a:ext cx="235974" cy="22122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xmlns="" id="{075457F7-7103-90B2-4503-55D46B1578B3}"/>
              </a:ext>
            </a:extLst>
          </p:cNvPr>
          <p:cNvSpPr/>
          <p:nvPr/>
        </p:nvSpPr>
        <p:spPr>
          <a:xfrm>
            <a:off x="10496809" y="2804436"/>
            <a:ext cx="235974" cy="22122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xmlns="" id="{BBE680FF-CA0B-C3AB-2E37-04B33505E5A3}"/>
              </a:ext>
            </a:extLst>
          </p:cNvPr>
          <p:cNvSpPr/>
          <p:nvPr/>
        </p:nvSpPr>
        <p:spPr>
          <a:xfrm>
            <a:off x="10485059" y="4069177"/>
            <a:ext cx="235974" cy="22122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xmlns="" id="{E51FD0E9-ECBB-0C63-5C53-00357AAAF1D9}"/>
              </a:ext>
            </a:extLst>
          </p:cNvPr>
          <p:cNvSpPr/>
          <p:nvPr/>
        </p:nvSpPr>
        <p:spPr>
          <a:xfrm>
            <a:off x="10535859" y="5105525"/>
            <a:ext cx="235974" cy="22122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xmlns="" id="{2ECDC66F-11B9-F343-1ACF-A7E24A25055D}"/>
              </a:ext>
            </a:extLst>
          </p:cNvPr>
          <p:cNvSpPr txBox="1"/>
          <p:nvPr/>
        </p:nvSpPr>
        <p:spPr>
          <a:xfrm>
            <a:off x="10783175" y="1712294"/>
            <a:ext cx="7793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RX (I)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xmlns="" id="{0A640CA7-9F72-26B5-04B2-1AE12EC251C3}"/>
              </a:ext>
            </a:extLst>
          </p:cNvPr>
          <p:cNvSpPr txBox="1"/>
          <p:nvPr/>
        </p:nvSpPr>
        <p:spPr>
          <a:xfrm>
            <a:off x="10810390" y="2720036"/>
            <a:ext cx="893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RX (Q)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xmlns="" id="{CFD29719-2B6A-0E35-77B3-5E21E6CA7E40}"/>
              </a:ext>
            </a:extLst>
          </p:cNvPr>
          <p:cNvSpPr txBox="1"/>
          <p:nvPr/>
        </p:nvSpPr>
        <p:spPr>
          <a:xfrm>
            <a:off x="10806176" y="3984246"/>
            <a:ext cx="747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TX (I)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xmlns="" id="{027E1D0C-6BEC-4387-0A91-E0CA7E1C0FAD}"/>
              </a:ext>
            </a:extLst>
          </p:cNvPr>
          <p:cNvSpPr txBox="1"/>
          <p:nvPr/>
        </p:nvSpPr>
        <p:spPr>
          <a:xfrm>
            <a:off x="10861737" y="5003383"/>
            <a:ext cx="8611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TX (Q)</a:t>
            </a:r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xmlns="" id="{DDF816FE-F327-4BED-ABAB-0ADD644C6680}"/>
              </a:ext>
            </a:extLst>
          </p:cNvPr>
          <p:cNvSpPr/>
          <p:nvPr/>
        </p:nvSpPr>
        <p:spPr>
          <a:xfrm>
            <a:off x="9089264" y="1738867"/>
            <a:ext cx="235974" cy="22122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xmlns="" id="{54687A0B-0E56-E09E-6AFB-A237D19B4687}"/>
              </a:ext>
            </a:extLst>
          </p:cNvPr>
          <p:cNvSpPr/>
          <p:nvPr/>
        </p:nvSpPr>
        <p:spPr>
          <a:xfrm>
            <a:off x="9063039" y="2805726"/>
            <a:ext cx="235974" cy="22122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xmlns="" id="{E58ABD62-728D-400C-7F8F-16407E1BDEFE}"/>
              </a:ext>
            </a:extLst>
          </p:cNvPr>
          <p:cNvSpPr txBox="1"/>
          <p:nvPr/>
        </p:nvSpPr>
        <p:spPr>
          <a:xfrm>
            <a:off x="8372667" y="1649425"/>
            <a:ext cx="726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RX(I)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xmlns="" id="{36C2A0E8-C9BC-6B87-52D8-8780B2203D03}"/>
              </a:ext>
            </a:extLst>
          </p:cNvPr>
          <p:cNvSpPr txBox="1"/>
          <p:nvPr/>
        </p:nvSpPr>
        <p:spPr>
          <a:xfrm>
            <a:off x="8120147" y="2712393"/>
            <a:ext cx="8402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RX(Q)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xmlns="" id="{2D678683-9958-033E-DDB1-6B5951D6A1D1}"/>
              </a:ext>
            </a:extLst>
          </p:cNvPr>
          <p:cNvSpPr txBox="1"/>
          <p:nvPr/>
        </p:nvSpPr>
        <p:spPr>
          <a:xfrm>
            <a:off x="7460347" y="2245710"/>
            <a:ext cx="4395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0º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xmlns="" id="{BDD3728C-B459-9E15-1403-477384A7810F}"/>
              </a:ext>
            </a:extLst>
          </p:cNvPr>
          <p:cNvSpPr txBox="1"/>
          <p:nvPr/>
        </p:nvSpPr>
        <p:spPr>
          <a:xfrm>
            <a:off x="7420773" y="2705019"/>
            <a:ext cx="5757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90º</a:t>
            </a:r>
          </a:p>
        </p:txBody>
      </p: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xmlns="" id="{640AF185-58CA-FFA2-77DE-096A154FBB1B}"/>
              </a:ext>
            </a:extLst>
          </p:cNvPr>
          <p:cNvCxnSpPr/>
          <p:nvPr/>
        </p:nvCxnSpPr>
        <p:spPr>
          <a:xfrm rot="16200000" flipH="1">
            <a:off x="6260727" y="716269"/>
            <a:ext cx="419833" cy="3166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>
            <a:extLst>
              <a:ext uri="{FF2B5EF4-FFF2-40B4-BE49-F238E27FC236}">
                <a16:creationId xmlns:a16="http://schemas.microsoft.com/office/drawing/2014/main" xmlns="" id="{A8E09D53-DF6A-4093-F7E8-B58B09DF94CA}"/>
              </a:ext>
            </a:extLst>
          </p:cNvPr>
          <p:cNvCxnSpPr/>
          <p:nvPr/>
        </p:nvCxnSpPr>
        <p:spPr>
          <a:xfrm>
            <a:off x="6327866" y="663895"/>
            <a:ext cx="63172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CaixaDeTexto 93">
            <a:extLst>
              <a:ext uri="{FF2B5EF4-FFF2-40B4-BE49-F238E27FC236}">
                <a16:creationId xmlns:a16="http://schemas.microsoft.com/office/drawing/2014/main" xmlns="" id="{47937699-4C9D-7A70-D0CE-DE69E92C68E7}"/>
              </a:ext>
            </a:extLst>
          </p:cNvPr>
          <p:cNvSpPr txBox="1"/>
          <p:nvPr/>
        </p:nvSpPr>
        <p:spPr>
          <a:xfrm>
            <a:off x="9431707" y="2193150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Input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xmlns="" id="{811D5894-47D2-9A9D-7580-F119056FAA8C}"/>
              </a:ext>
            </a:extLst>
          </p:cNvPr>
          <p:cNvCxnSpPr>
            <a:cxnSpLocks/>
          </p:cNvCxnSpPr>
          <p:nvPr/>
        </p:nvCxnSpPr>
        <p:spPr>
          <a:xfrm rot="5400000">
            <a:off x="6562727" y="720726"/>
            <a:ext cx="450851" cy="2921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>
            <a:extLst>
              <a:ext uri="{FF2B5EF4-FFF2-40B4-BE49-F238E27FC236}">
                <a16:creationId xmlns:a16="http://schemas.microsoft.com/office/drawing/2014/main" xmlns="" id="{651D24C1-5718-B609-6640-D055989DB7D8}"/>
              </a:ext>
            </a:extLst>
          </p:cNvPr>
          <p:cNvSpPr txBox="1"/>
          <p:nvPr/>
        </p:nvSpPr>
        <p:spPr>
          <a:xfrm>
            <a:off x="6335047" y="325356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/>
              <a:t>Ant.</a:t>
            </a:r>
            <a:endParaRPr lang="pt-BR" b="1" dirty="0"/>
          </a:p>
        </p:txBody>
      </p:sp>
      <p:sp>
        <p:nvSpPr>
          <p:cNvPr id="63" name="Retângulo 62">
            <a:extLst>
              <a:ext uri="{FF2B5EF4-FFF2-40B4-BE49-F238E27FC236}">
                <a16:creationId xmlns:a16="http://schemas.microsoft.com/office/drawing/2014/main" xmlns="" id="{DDDFDD75-C103-76C1-F579-BA7299EDCC04}"/>
              </a:ext>
            </a:extLst>
          </p:cNvPr>
          <p:cNvSpPr/>
          <p:nvPr/>
        </p:nvSpPr>
        <p:spPr>
          <a:xfrm>
            <a:off x="1242550" y="2180534"/>
            <a:ext cx="1348250" cy="168940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xmlns="" id="{F6CF7F29-2B13-8A49-E419-263DFFE14826}"/>
              </a:ext>
            </a:extLst>
          </p:cNvPr>
          <p:cNvSpPr txBox="1"/>
          <p:nvPr/>
        </p:nvSpPr>
        <p:spPr>
          <a:xfrm>
            <a:off x="7351840" y="1748528"/>
            <a:ext cx="6126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 err="1" smtClean="0"/>
              <a:t>Ant</a:t>
            </a:r>
            <a:endParaRPr lang="pt-BR" sz="2000" b="1" dirty="0"/>
          </a:p>
        </p:txBody>
      </p:sp>
      <p:pic>
        <p:nvPicPr>
          <p:cNvPr id="67" name="Imagem 66" descr="Ícone&#10;&#10;Descrição gerada automaticamente">
            <a:extLst>
              <a:ext uri="{FF2B5EF4-FFF2-40B4-BE49-F238E27FC236}">
                <a16:creationId xmlns:a16="http://schemas.microsoft.com/office/drawing/2014/main" xmlns="" id="{25DC76B7-0ACA-4371-9074-CD45E0763F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338365"/>
            <a:ext cx="784413" cy="784413"/>
          </a:xfrm>
          <a:prstGeom prst="rect">
            <a:avLst/>
          </a:prstGeom>
        </p:spPr>
      </p:pic>
      <p:pic>
        <p:nvPicPr>
          <p:cNvPr id="69" name="Imagem 68" descr="Forma&#10;&#10;Descrição gerada automaticamente com confiança baixa">
            <a:extLst>
              <a:ext uri="{FF2B5EF4-FFF2-40B4-BE49-F238E27FC236}">
                <a16:creationId xmlns:a16="http://schemas.microsoft.com/office/drawing/2014/main" xmlns="" id="{5CA770ED-F297-349B-059C-E1E85AFD25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flipH="1">
            <a:off x="203200" y="5229398"/>
            <a:ext cx="419923" cy="419923"/>
          </a:xfrm>
          <a:prstGeom prst="rect">
            <a:avLst/>
          </a:prstGeom>
        </p:spPr>
      </p:pic>
      <p:sp>
        <p:nvSpPr>
          <p:cNvPr id="70" name="Retângulo 69">
            <a:extLst>
              <a:ext uri="{FF2B5EF4-FFF2-40B4-BE49-F238E27FC236}">
                <a16:creationId xmlns:a16="http://schemas.microsoft.com/office/drawing/2014/main" xmlns="" id="{4CAC67C5-43C3-E969-2F17-754F163BF215}"/>
              </a:ext>
            </a:extLst>
          </p:cNvPr>
          <p:cNvSpPr/>
          <p:nvPr/>
        </p:nvSpPr>
        <p:spPr>
          <a:xfrm>
            <a:off x="1408663" y="4400535"/>
            <a:ext cx="1094750" cy="149920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xmlns="" id="{332C26F0-DB31-9CB7-D7E0-D81BB1A3495B}"/>
              </a:ext>
            </a:extLst>
          </p:cNvPr>
          <p:cNvSpPr txBox="1"/>
          <p:nvPr/>
        </p:nvSpPr>
        <p:spPr>
          <a:xfrm>
            <a:off x="1406809" y="4563786"/>
            <a:ext cx="110959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 err="1" smtClean="0"/>
              <a:t>internal</a:t>
            </a:r>
            <a:endParaRPr lang="pt-BR" sz="2000" b="1" dirty="0" smtClean="0"/>
          </a:p>
          <a:p>
            <a:r>
              <a:rPr lang="pt-BR" sz="2000" b="1" dirty="0" err="1" smtClean="0"/>
              <a:t>Sound</a:t>
            </a:r>
            <a:endParaRPr lang="pt-BR" sz="2000" b="1" dirty="0" smtClean="0"/>
          </a:p>
          <a:p>
            <a:r>
              <a:rPr lang="pt-BR" sz="2000" b="1" dirty="0" err="1" smtClean="0"/>
              <a:t>Card</a:t>
            </a:r>
            <a:endParaRPr lang="pt-BR" sz="2000" b="1" dirty="0"/>
          </a:p>
        </p:txBody>
      </p:sp>
      <p:sp>
        <p:nvSpPr>
          <p:cNvPr id="74" name="Seta: para a Direita 73">
            <a:extLst>
              <a:ext uri="{FF2B5EF4-FFF2-40B4-BE49-F238E27FC236}">
                <a16:creationId xmlns:a16="http://schemas.microsoft.com/office/drawing/2014/main" xmlns="" id="{9A1E5A66-1525-426A-923B-BA5D1DD809CE}"/>
              </a:ext>
            </a:extLst>
          </p:cNvPr>
          <p:cNvSpPr/>
          <p:nvPr/>
        </p:nvSpPr>
        <p:spPr>
          <a:xfrm>
            <a:off x="653848" y="4536251"/>
            <a:ext cx="730803" cy="393418"/>
          </a:xfrm>
          <a:prstGeom prst="rightArrow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6" name="Seta: para a Direita 75">
            <a:extLst>
              <a:ext uri="{FF2B5EF4-FFF2-40B4-BE49-F238E27FC236}">
                <a16:creationId xmlns:a16="http://schemas.microsoft.com/office/drawing/2014/main" xmlns="" id="{FE6433E0-0E00-37C4-D651-BC01E2122CE4}"/>
              </a:ext>
            </a:extLst>
          </p:cNvPr>
          <p:cNvSpPr/>
          <p:nvPr/>
        </p:nvSpPr>
        <p:spPr>
          <a:xfrm rot="10800000">
            <a:off x="614286" y="5238796"/>
            <a:ext cx="775013" cy="393418"/>
          </a:xfrm>
          <a:prstGeom prst="rightArrow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6" name="Retângulo 85">
            <a:extLst>
              <a:ext uri="{FF2B5EF4-FFF2-40B4-BE49-F238E27FC236}">
                <a16:creationId xmlns:a16="http://schemas.microsoft.com/office/drawing/2014/main" xmlns="" id="{A19DDC4F-9EDA-0B92-7BC8-FABE106E482D}"/>
              </a:ext>
            </a:extLst>
          </p:cNvPr>
          <p:cNvSpPr/>
          <p:nvPr/>
        </p:nvSpPr>
        <p:spPr>
          <a:xfrm>
            <a:off x="2818071" y="2482937"/>
            <a:ext cx="45719" cy="3435263"/>
          </a:xfrm>
          <a:prstGeom prst="rect">
            <a:avLst/>
          </a:prstGeom>
          <a:solidFill>
            <a:schemeClr val="tx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7" name="Seta: da Esquerda para a Direita 86">
            <a:extLst>
              <a:ext uri="{FF2B5EF4-FFF2-40B4-BE49-F238E27FC236}">
                <a16:creationId xmlns:a16="http://schemas.microsoft.com/office/drawing/2014/main" xmlns="" id="{B820F3DF-EDBE-3779-8D09-D9CEF9473068}"/>
              </a:ext>
            </a:extLst>
          </p:cNvPr>
          <p:cNvSpPr/>
          <p:nvPr/>
        </p:nvSpPr>
        <p:spPr>
          <a:xfrm>
            <a:off x="2206992" y="3304112"/>
            <a:ext cx="603843" cy="312322"/>
          </a:xfrm>
          <a:prstGeom prst="leftRightArrow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8" name="Seta: de Cima para Baixo 87">
            <a:extLst>
              <a:ext uri="{FF2B5EF4-FFF2-40B4-BE49-F238E27FC236}">
                <a16:creationId xmlns:a16="http://schemas.microsoft.com/office/drawing/2014/main" xmlns="" id="{D467B800-D0B6-44B5-CD3B-BAE0275619A7}"/>
              </a:ext>
            </a:extLst>
          </p:cNvPr>
          <p:cNvSpPr/>
          <p:nvPr/>
        </p:nvSpPr>
        <p:spPr>
          <a:xfrm>
            <a:off x="1750821" y="3903759"/>
            <a:ext cx="314461" cy="495111"/>
          </a:xfrm>
          <a:prstGeom prst="up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xmlns="" id="{96785FFE-D475-3FFD-6F34-8D4544CC49A5}"/>
              </a:ext>
            </a:extLst>
          </p:cNvPr>
          <p:cNvSpPr txBox="1"/>
          <p:nvPr/>
        </p:nvSpPr>
        <p:spPr>
          <a:xfrm>
            <a:off x="4345968" y="2488261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CTL</a:t>
            </a:r>
          </a:p>
        </p:txBody>
      </p:sp>
      <p:sp>
        <p:nvSpPr>
          <p:cNvPr id="90" name="Elipse 89">
            <a:extLst>
              <a:ext uri="{FF2B5EF4-FFF2-40B4-BE49-F238E27FC236}">
                <a16:creationId xmlns:a16="http://schemas.microsoft.com/office/drawing/2014/main" xmlns="" id="{B1B5B6AB-BD70-BD39-40E8-820E9D044425}"/>
              </a:ext>
            </a:extLst>
          </p:cNvPr>
          <p:cNvSpPr/>
          <p:nvPr/>
        </p:nvSpPr>
        <p:spPr>
          <a:xfrm>
            <a:off x="4152405" y="2596984"/>
            <a:ext cx="235974" cy="22122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xmlns="" id="{98E70995-2C2F-6839-1F9F-A4EE30C9C79B}"/>
              </a:ext>
            </a:extLst>
          </p:cNvPr>
          <p:cNvSpPr txBox="1"/>
          <p:nvPr/>
        </p:nvSpPr>
        <p:spPr>
          <a:xfrm>
            <a:off x="4910864" y="3196815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PTT</a:t>
            </a:r>
          </a:p>
        </p:txBody>
      </p:sp>
      <p:sp>
        <p:nvSpPr>
          <p:cNvPr id="82" name="Elipse 81">
            <a:extLst>
              <a:ext uri="{FF2B5EF4-FFF2-40B4-BE49-F238E27FC236}">
                <a16:creationId xmlns:a16="http://schemas.microsoft.com/office/drawing/2014/main" xmlns="" id="{9328618F-F992-DC0E-780E-324636798C34}"/>
              </a:ext>
            </a:extLst>
          </p:cNvPr>
          <p:cNvSpPr/>
          <p:nvPr/>
        </p:nvSpPr>
        <p:spPr>
          <a:xfrm>
            <a:off x="5608383" y="3261543"/>
            <a:ext cx="235974" cy="22122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4" name="Retângulo 83">
            <a:extLst>
              <a:ext uri="{FF2B5EF4-FFF2-40B4-BE49-F238E27FC236}">
                <a16:creationId xmlns:a16="http://schemas.microsoft.com/office/drawing/2014/main" xmlns="" id="{FC554D95-20FE-3CCC-F407-D31669DC48A9}"/>
              </a:ext>
            </a:extLst>
          </p:cNvPr>
          <p:cNvSpPr/>
          <p:nvPr/>
        </p:nvSpPr>
        <p:spPr>
          <a:xfrm>
            <a:off x="10388600" y="1604654"/>
            <a:ext cx="1512949" cy="4808846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9" name="Seta: para a Direita 20">
            <a:extLst>
              <a:ext uri="{FF2B5EF4-FFF2-40B4-BE49-F238E27FC236}">
                <a16:creationId xmlns:a16="http://schemas.microsoft.com/office/drawing/2014/main" xmlns="" id="{ACEFE10B-F9A6-370E-3AA8-81ED9EA0FE65}"/>
              </a:ext>
            </a:extLst>
          </p:cNvPr>
          <p:cNvSpPr/>
          <p:nvPr/>
        </p:nvSpPr>
        <p:spPr>
          <a:xfrm>
            <a:off x="9392508" y="1685861"/>
            <a:ext cx="983392" cy="423212"/>
          </a:xfrm>
          <a:prstGeom prst="rightArrow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0" name="Seta: para a Direita 20">
            <a:extLst>
              <a:ext uri="{FF2B5EF4-FFF2-40B4-BE49-F238E27FC236}">
                <a16:creationId xmlns:a16="http://schemas.microsoft.com/office/drawing/2014/main" xmlns="" id="{ACEFE10B-F9A6-370E-3AA8-81ED9EA0FE65}"/>
              </a:ext>
            </a:extLst>
          </p:cNvPr>
          <p:cNvSpPr/>
          <p:nvPr/>
        </p:nvSpPr>
        <p:spPr>
          <a:xfrm>
            <a:off x="9405208" y="2689161"/>
            <a:ext cx="983392" cy="423212"/>
          </a:xfrm>
          <a:prstGeom prst="rightArrow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1" name="Retângulo 100">
            <a:extLst>
              <a:ext uri="{FF2B5EF4-FFF2-40B4-BE49-F238E27FC236}">
                <a16:creationId xmlns:a16="http://schemas.microsoft.com/office/drawing/2014/main" xmlns="" id="{FC554D95-20FE-3CCC-F407-D31669DC48A9}"/>
              </a:ext>
            </a:extLst>
          </p:cNvPr>
          <p:cNvSpPr/>
          <p:nvPr/>
        </p:nvSpPr>
        <p:spPr>
          <a:xfrm>
            <a:off x="6965102" y="3822700"/>
            <a:ext cx="2356698" cy="164730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" name="CaixaDeTexto 102"/>
          <p:cNvSpPr txBox="1"/>
          <p:nvPr/>
        </p:nvSpPr>
        <p:spPr>
          <a:xfrm>
            <a:off x="7899400" y="3416300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/>
              <a:t>QSE</a:t>
            </a:r>
            <a:endParaRPr lang="pt-BR" b="1" dirty="0"/>
          </a:p>
        </p:txBody>
      </p:sp>
      <p:sp>
        <p:nvSpPr>
          <p:cNvPr id="104" name="Elipse 103">
            <a:extLst>
              <a:ext uri="{FF2B5EF4-FFF2-40B4-BE49-F238E27FC236}">
                <a16:creationId xmlns:a16="http://schemas.microsoft.com/office/drawing/2014/main" xmlns="" id="{3F6A92D2-C739-D4F7-8A9D-7C6FAECA572B}"/>
              </a:ext>
            </a:extLst>
          </p:cNvPr>
          <p:cNvSpPr/>
          <p:nvPr/>
        </p:nvSpPr>
        <p:spPr>
          <a:xfrm>
            <a:off x="7014266" y="4016057"/>
            <a:ext cx="235974" cy="22122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5" name="CaixaDeTexto 104"/>
          <p:cNvSpPr txBox="1"/>
          <p:nvPr/>
        </p:nvSpPr>
        <p:spPr>
          <a:xfrm>
            <a:off x="7289800" y="389890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/>
              <a:t>Ant.</a:t>
            </a:r>
            <a:endParaRPr lang="pt-BR" b="1" dirty="0"/>
          </a:p>
        </p:txBody>
      </p:sp>
      <p:sp>
        <p:nvSpPr>
          <p:cNvPr id="106" name="Elipse 105">
            <a:extLst>
              <a:ext uri="{FF2B5EF4-FFF2-40B4-BE49-F238E27FC236}">
                <a16:creationId xmlns:a16="http://schemas.microsoft.com/office/drawing/2014/main" xmlns="" id="{BBE680FF-CA0B-C3AB-2E37-04B33505E5A3}"/>
              </a:ext>
            </a:extLst>
          </p:cNvPr>
          <p:cNvSpPr/>
          <p:nvPr/>
        </p:nvSpPr>
        <p:spPr>
          <a:xfrm>
            <a:off x="9049959" y="3992977"/>
            <a:ext cx="235974" cy="22122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" name="Elipse 106">
            <a:extLst>
              <a:ext uri="{FF2B5EF4-FFF2-40B4-BE49-F238E27FC236}">
                <a16:creationId xmlns:a16="http://schemas.microsoft.com/office/drawing/2014/main" xmlns="" id="{DB48A5FC-58F4-3918-B31E-CB346F457BBE}"/>
              </a:ext>
            </a:extLst>
          </p:cNvPr>
          <p:cNvSpPr/>
          <p:nvPr/>
        </p:nvSpPr>
        <p:spPr>
          <a:xfrm>
            <a:off x="7052366" y="4586123"/>
            <a:ext cx="235974" cy="22122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" name="Elipse 107">
            <a:extLst>
              <a:ext uri="{FF2B5EF4-FFF2-40B4-BE49-F238E27FC236}">
                <a16:creationId xmlns:a16="http://schemas.microsoft.com/office/drawing/2014/main" xmlns="" id="{94758299-F83C-41BE-544D-0388881D9FE9}"/>
              </a:ext>
            </a:extLst>
          </p:cNvPr>
          <p:cNvSpPr/>
          <p:nvPr/>
        </p:nvSpPr>
        <p:spPr>
          <a:xfrm>
            <a:off x="7067522" y="5147587"/>
            <a:ext cx="235974" cy="22122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" name="Seta: para a Direita 20">
            <a:extLst>
              <a:ext uri="{FF2B5EF4-FFF2-40B4-BE49-F238E27FC236}">
                <a16:creationId xmlns:a16="http://schemas.microsoft.com/office/drawing/2014/main" xmlns="" id="{ACEFE10B-F9A6-370E-3AA8-81ED9EA0FE65}"/>
              </a:ext>
            </a:extLst>
          </p:cNvPr>
          <p:cNvSpPr/>
          <p:nvPr/>
        </p:nvSpPr>
        <p:spPr>
          <a:xfrm rot="10800000">
            <a:off x="9347200" y="3933761"/>
            <a:ext cx="1016000" cy="423212"/>
          </a:xfrm>
          <a:prstGeom prst="rightArrow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0" name="Elipse 109">
            <a:extLst>
              <a:ext uri="{FF2B5EF4-FFF2-40B4-BE49-F238E27FC236}">
                <a16:creationId xmlns:a16="http://schemas.microsoft.com/office/drawing/2014/main" xmlns="" id="{BBE680FF-CA0B-C3AB-2E37-04B33505E5A3}"/>
              </a:ext>
            </a:extLst>
          </p:cNvPr>
          <p:cNvSpPr/>
          <p:nvPr/>
        </p:nvSpPr>
        <p:spPr>
          <a:xfrm>
            <a:off x="9037259" y="5123277"/>
            <a:ext cx="235974" cy="22122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1" name="Seta: para a Direita 20">
            <a:extLst>
              <a:ext uri="{FF2B5EF4-FFF2-40B4-BE49-F238E27FC236}">
                <a16:creationId xmlns:a16="http://schemas.microsoft.com/office/drawing/2014/main" xmlns="" id="{ACEFE10B-F9A6-370E-3AA8-81ED9EA0FE65}"/>
              </a:ext>
            </a:extLst>
          </p:cNvPr>
          <p:cNvSpPr/>
          <p:nvPr/>
        </p:nvSpPr>
        <p:spPr>
          <a:xfrm rot="10800000">
            <a:off x="9334500" y="4987861"/>
            <a:ext cx="1028700" cy="423212"/>
          </a:xfrm>
          <a:prstGeom prst="rightArrow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2" name="CaixaDeTexto 111"/>
          <p:cNvSpPr txBox="1"/>
          <p:nvPr/>
        </p:nvSpPr>
        <p:spPr>
          <a:xfrm>
            <a:off x="8255000" y="396240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/>
              <a:t>TX(I</a:t>
            </a:r>
            <a:r>
              <a:rPr lang="pt-BR" dirty="0" smtClean="0"/>
              <a:t>)</a:t>
            </a:r>
            <a:endParaRPr lang="pt-BR" dirty="0"/>
          </a:p>
        </p:txBody>
      </p:sp>
      <p:sp>
        <p:nvSpPr>
          <p:cNvPr id="113" name="CaixaDeTexto 112"/>
          <p:cNvSpPr txBox="1"/>
          <p:nvPr/>
        </p:nvSpPr>
        <p:spPr>
          <a:xfrm>
            <a:off x="8242300" y="499110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/>
              <a:t>TX(Q)</a:t>
            </a:r>
            <a:endParaRPr lang="pt-BR" b="1" dirty="0"/>
          </a:p>
        </p:txBody>
      </p:sp>
      <p:cxnSp>
        <p:nvCxnSpPr>
          <p:cNvPr id="117" name="Conector reto 116"/>
          <p:cNvCxnSpPr/>
          <p:nvPr/>
        </p:nvCxnSpPr>
        <p:spPr>
          <a:xfrm rot="16200000" flipH="1">
            <a:off x="5118100" y="2616200"/>
            <a:ext cx="3060700" cy="127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CaixaDeTexto 119"/>
          <p:cNvSpPr txBox="1"/>
          <p:nvPr/>
        </p:nvSpPr>
        <p:spPr>
          <a:xfrm>
            <a:off x="7327900" y="4508500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/>
              <a:t>0º</a:t>
            </a:r>
            <a:endParaRPr lang="pt-BR" b="1" dirty="0"/>
          </a:p>
        </p:txBody>
      </p:sp>
      <p:cxnSp>
        <p:nvCxnSpPr>
          <p:cNvPr id="122" name="Conector reto 121"/>
          <p:cNvCxnSpPr/>
          <p:nvPr/>
        </p:nvCxnSpPr>
        <p:spPr>
          <a:xfrm>
            <a:off x="6629400" y="4127500"/>
            <a:ext cx="419424" cy="118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ector reto 134"/>
          <p:cNvCxnSpPr/>
          <p:nvPr/>
        </p:nvCxnSpPr>
        <p:spPr>
          <a:xfrm>
            <a:off x="6629400" y="1905000"/>
            <a:ext cx="419424" cy="118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Retângulo 136"/>
          <p:cNvSpPr/>
          <p:nvPr/>
        </p:nvSpPr>
        <p:spPr>
          <a:xfrm>
            <a:off x="6362700" y="2235200"/>
            <a:ext cx="63500" cy="3175000"/>
          </a:xfrm>
          <a:prstGeom prst="rect">
            <a:avLst/>
          </a:prstGeom>
          <a:solidFill>
            <a:schemeClr val="tx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0" name="Seta: para a Direita 20">
            <a:extLst>
              <a:ext uri="{FF2B5EF4-FFF2-40B4-BE49-F238E27FC236}">
                <a16:creationId xmlns:a16="http://schemas.microsoft.com/office/drawing/2014/main" xmlns="" id="{ACEFE10B-F9A6-370E-3AA8-81ED9EA0FE65}"/>
              </a:ext>
            </a:extLst>
          </p:cNvPr>
          <p:cNvSpPr/>
          <p:nvPr/>
        </p:nvSpPr>
        <p:spPr>
          <a:xfrm>
            <a:off x="6413500" y="5067300"/>
            <a:ext cx="533400" cy="419100"/>
          </a:xfrm>
          <a:prstGeom prst="rightArrow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1" name="Seta: para a Direita 19">
            <a:extLst>
              <a:ext uri="{FF2B5EF4-FFF2-40B4-BE49-F238E27FC236}">
                <a16:creationId xmlns:a16="http://schemas.microsoft.com/office/drawing/2014/main" xmlns="" id="{A6C8175D-DA74-98A7-2FF7-2AADD28711FE}"/>
              </a:ext>
            </a:extLst>
          </p:cNvPr>
          <p:cNvSpPr/>
          <p:nvPr/>
        </p:nvSpPr>
        <p:spPr>
          <a:xfrm>
            <a:off x="5905500" y="2235200"/>
            <a:ext cx="457200" cy="412062"/>
          </a:xfrm>
          <a:prstGeom prst="rightArrow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2" name="Seta: para a Direita 19">
            <a:extLst>
              <a:ext uri="{FF2B5EF4-FFF2-40B4-BE49-F238E27FC236}">
                <a16:creationId xmlns:a16="http://schemas.microsoft.com/office/drawing/2014/main" xmlns="" id="{A6C8175D-DA74-98A7-2FF7-2AADD28711FE}"/>
              </a:ext>
            </a:extLst>
          </p:cNvPr>
          <p:cNvSpPr/>
          <p:nvPr/>
        </p:nvSpPr>
        <p:spPr>
          <a:xfrm>
            <a:off x="5943600" y="2748408"/>
            <a:ext cx="419100" cy="406854"/>
          </a:xfrm>
          <a:prstGeom prst="rightArrow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3" name="CaixaDeTexto 142"/>
          <p:cNvSpPr txBox="1"/>
          <p:nvPr/>
        </p:nvSpPr>
        <p:spPr>
          <a:xfrm>
            <a:off x="7353300" y="5016500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/>
              <a:t>90º</a:t>
            </a:r>
            <a:endParaRPr lang="pt-BR" b="1" dirty="0"/>
          </a:p>
        </p:txBody>
      </p:sp>
      <p:sp>
        <p:nvSpPr>
          <p:cNvPr id="145" name="Seta: para a Direita 20">
            <a:extLst>
              <a:ext uri="{FF2B5EF4-FFF2-40B4-BE49-F238E27FC236}">
                <a16:creationId xmlns:a16="http://schemas.microsoft.com/office/drawing/2014/main" xmlns="" id="{ACEFE10B-F9A6-370E-3AA8-81ED9EA0FE65}"/>
              </a:ext>
            </a:extLst>
          </p:cNvPr>
          <p:cNvSpPr/>
          <p:nvPr/>
        </p:nvSpPr>
        <p:spPr>
          <a:xfrm>
            <a:off x="6438900" y="4517961"/>
            <a:ext cx="533400" cy="409639"/>
          </a:xfrm>
          <a:prstGeom prst="rightArrow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6" name="CaixaDeTexto 145"/>
          <p:cNvSpPr txBox="1"/>
          <p:nvPr/>
        </p:nvSpPr>
        <p:spPr>
          <a:xfrm>
            <a:off x="9398000" y="4470400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/>
              <a:t>Output</a:t>
            </a:r>
            <a:endParaRPr lang="pt-BR" b="1" dirty="0"/>
          </a:p>
        </p:txBody>
      </p:sp>
      <p:sp>
        <p:nvSpPr>
          <p:cNvPr id="147" name="Elipse 146">
            <a:extLst>
              <a:ext uri="{FF2B5EF4-FFF2-40B4-BE49-F238E27FC236}">
                <a16:creationId xmlns:a16="http://schemas.microsoft.com/office/drawing/2014/main" xmlns="" id="{E51FD0E9-ECBB-0C63-5C53-00357AAAF1D9}"/>
              </a:ext>
            </a:extLst>
          </p:cNvPr>
          <p:cNvSpPr/>
          <p:nvPr/>
        </p:nvSpPr>
        <p:spPr>
          <a:xfrm>
            <a:off x="10548559" y="5753225"/>
            <a:ext cx="235974" cy="22122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8" name="CaixaDeTexto 147"/>
          <p:cNvSpPr txBox="1"/>
          <p:nvPr/>
        </p:nvSpPr>
        <p:spPr>
          <a:xfrm>
            <a:off x="10845800" y="5715000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/>
              <a:t>USB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xmlns="" val="24860337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63</Words>
  <Application>Microsoft Office PowerPoint</Application>
  <PresentationFormat>Personalizar</PresentationFormat>
  <Paragraphs>40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Slide 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Rubens Hubner</dc:creator>
  <cp:lastModifiedBy>5511999395578</cp:lastModifiedBy>
  <cp:revision>76</cp:revision>
  <cp:lastPrinted>2024-08-07T18:44:59Z</cp:lastPrinted>
  <dcterms:created xsi:type="dcterms:W3CDTF">2024-08-06T15:46:52Z</dcterms:created>
  <dcterms:modified xsi:type="dcterms:W3CDTF">2024-12-24T16:07:04Z</dcterms:modified>
</cp:coreProperties>
</file>